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69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5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27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2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4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0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0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1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9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8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CC419-6112-416E-895E-2FBCBF2450AA}" type="datetimeFigureOut">
              <a:rPr lang="en-US" smtClean="0"/>
              <a:t>11/12/2024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6CF7D-EE6E-4798-9195-7897C25FF3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7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smtClean="0"/>
              <a:t>도흠이형이랑 다영이누나가 밥 </a:t>
            </a:r>
            <a:r>
              <a:rPr lang="ko-KR" altLang="en-US" dirty="0" err="1" smtClean="0"/>
              <a:t>사준대</a:t>
            </a:r>
            <a:r>
              <a:rPr lang="ko-KR" altLang="en-US" smtClean="0"/>
              <a:t> 열심히 해보자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9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맑은 고딕</vt:lpstr>
      <vt:lpstr>Office 테마</vt:lpstr>
      <vt:lpstr>도흠이형이랑 다영이누나가 밥 사준대 열심히 해보자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도흠이형이랑 다영이누나가 밥 사준대 열심히 해보자</dc:title>
  <dc:creator>user</dc:creator>
  <cp:lastModifiedBy>user</cp:lastModifiedBy>
  <cp:revision>1</cp:revision>
  <dcterms:created xsi:type="dcterms:W3CDTF">2024-11-12T05:19:27Z</dcterms:created>
  <dcterms:modified xsi:type="dcterms:W3CDTF">2024-11-12T05:19:43Z</dcterms:modified>
</cp:coreProperties>
</file>