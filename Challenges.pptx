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25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9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62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92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4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87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5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32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57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8F136-916F-4F83-B184-8EF6A92FBC60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6BC5B-7137-43D9-8670-57346780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75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434935" y="0"/>
            <a:ext cx="9144000" cy="2387600"/>
          </a:xfrm>
        </p:spPr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790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600"/>
            <a:ext cx="5727001" cy="3342903"/>
          </a:xfrm>
          <a:prstGeom prst="rect">
            <a:avLst/>
          </a:prstGeom>
        </p:spPr>
      </p:pic>
      <p:pic>
        <p:nvPicPr>
          <p:cNvPr id="5" name="Picture 2" descr="Trump's trade war with China just got a whole lot bigger | CNN Politic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249" y="0"/>
            <a:ext cx="6488751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56718" y="1289049"/>
            <a:ext cx="456606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Trump’s administration, stricter export controls limited China’s access to U.S. technology, slowing Chinese tech development and prompting a push for domestic innovation.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777" y="225631"/>
            <a:ext cx="3473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Export Restrictions under Former President Trump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6746944" y="3808413"/>
            <a:ext cx="4181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China’s e-commerce’s intense competition</a:t>
            </a:r>
            <a:endParaRPr lang="en-US" b="1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6127667" y="4505327"/>
            <a:ext cx="62226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China’s $2 trillion e-commerce market, led by giants like Alibaba and JD.com, faces intense competition. Price wars and promotions dominate, squeezing profit margins, especially for smaller players.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522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China Cross-border eCommerce: Bonded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China Cross-border eCommerce: Bonde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China Cross-border eCommerce: Bonded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0" name="Picture 16" descr="China Cross-Border E-Commerce Market - SEO China Agenc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388" y="2673947"/>
            <a:ext cx="6003113" cy="4237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Virtual Reality (VR) in Retail: Guide With Examp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7"/>
            <a:ext cx="6189023" cy="362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6649398" y="3127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personalized shopping experiences</a:t>
            </a:r>
            <a:r>
              <a:rPr lang="en-US" dirty="0" smtClean="0"/>
              <a:t> through </a:t>
            </a:r>
            <a:r>
              <a:rPr lang="en-US" b="1" dirty="0" smtClean="0"/>
              <a:t>AI and VR technologies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06731" y="4028105"/>
            <a:ext cx="2620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cross-border e-commerce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0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84</Words>
  <Application>Microsoft Office PowerPoint</Application>
  <PresentationFormat>와이드스크린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Calibri Light</vt:lpstr>
      <vt:lpstr>Office 테마</vt:lpstr>
      <vt:lpstr>Challenges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</dc:title>
  <dc:creator>user</dc:creator>
  <cp:lastModifiedBy>user</cp:lastModifiedBy>
  <cp:revision>3</cp:revision>
  <dcterms:created xsi:type="dcterms:W3CDTF">2024-11-17T10:47:41Z</dcterms:created>
  <dcterms:modified xsi:type="dcterms:W3CDTF">2024-11-17T11:28:10Z</dcterms:modified>
</cp:coreProperties>
</file>